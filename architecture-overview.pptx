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4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0024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Enterprise Knowledge Assistant, Phase 1. Built as an Advanced RAG pipeline in Python and Streamlit.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delivers the complete end-to-end pipeline from upload to grounded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 retrieval plus reranking is the core answer to the retrieval-quality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claim here maps to something actually implemented in the codebase.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Indexing runs once per upload; the query pipeline runs per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1-6 are indexing; steps 7-10 run on every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dependency listed appears in requirements.txt or config.py.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values are taken directly from config.py.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slide: what Phase 1 achieved.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6583680" cy="658368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95360" y="3749040"/>
            <a:ext cx="5486400" cy="54864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37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139696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Knowledge Assistant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Advanced RAG system over enterprise documents — multi-format ingestion, hybrid retrieval, cross-encoder reranking, and grounded answer generation.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4892040"/>
            <a:ext cx="777240" cy="384048"/>
          </a:xfrm>
          <a:prstGeom prst="roundRect">
            <a:avLst>
              <a:gd name="adj" fmla="val 19048"/>
            </a:avLst>
          </a:prstGeom>
          <a:solidFill>
            <a:srgbClr val="10162A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48920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37944" y="4892040"/>
            <a:ext cx="1065276" cy="384048"/>
          </a:xfrm>
          <a:prstGeom prst="roundRect">
            <a:avLst>
              <a:gd name="adj" fmla="val 19048"/>
            </a:avLst>
          </a:prstGeom>
          <a:solidFill>
            <a:srgbClr val="10162A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37944" y="4892040"/>
            <a:ext cx="10652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49524" y="4892040"/>
            <a:ext cx="1161288" cy="384048"/>
          </a:xfrm>
          <a:prstGeom prst="roundRect">
            <a:avLst>
              <a:gd name="adj" fmla="val 19048"/>
            </a:avLst>
          </a:prstGeom>
          <a:solidFill>
            <a:srgbClr val="10162A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9524" y="4892040"/>
            <a:ext cx="1161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57116" y="4892040"/>
            <a:ext cx="777240" cy="384048"/>
          </a:xfrm>
          <a:prstGeom prst="roundRect">
            <a:avLst>
              <a:gd name="adj" fmla="val 19048"/>
            </a:avLst>
          </a:prstGeom>
          <a:solidFill>
            <a:srgbClr val="10162A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57116" y="489204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80660" y="4892040"/>
            <a:ext cx="585216" cy="384048"/>
          </a:xfrm>
          <a:prstGeom prst="roundRect">
            <a:avLst>
              <a:gd name="adj" fmla="val 19048"/>
            </a:avLst>
          </a:prstGeom>
          <a:solidFill>
            <a:srgbClr val="10162A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0660" y="4892040"/>
            <a:ext cx="585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12180" y="489204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10162A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12180" y="489204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Reranker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11796" y="4892040"/>
            <a:ext cx="1353312" cy="384048"/>
          </a:xfrm>
          <a:prstGeom prst="roundRect">
            <a:avLst>
              <a:gd name="adj" fmla="val 19048"/>
            </a:avLst>
          </a:prstGeom>
          <a:solidFill>
            <a:srgbClr val="10162A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11796" y="4892040"/>
            <a:ext cx="1353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mini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Definition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built, and what it covers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532120" cy="2148840"/>
          </a:xfrm>
          <a:prstGeom prst="roundRect">
            <a:avLst>
              <a:gd name="adj" fmla="val 3404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1907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multi-document Retrieval-Augmented Generation system for enterprise documents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upload PDF, DOCX, TXT, MD or CSV files and ask questions in natural language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generated strictly from the uploaded documents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50876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71907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29400" y="210312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answers grounded in the user's own documents, not in model memory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retrieval quality using hybrid search plus reranking instead of plain vector search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running cost low by using only the cheapest OpenAI models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10881360" cy="2331720"/>
          </a:xfrm>
          <a:prstGeom prst="roundRect">
            <a:avLst>
              <a:gd name="adj" fmla="val 3137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041648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the implemented solution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4480560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480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35024" y="44622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4882896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upload, saved to disk and parsed by LlamaIndex readers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38728" y="4480560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38728" y="4480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59352" y="44622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38728" y="4882896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overlapping chunks, OpenAI embeddings stored in a local Chroma collection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63056" y="4480560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4480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44622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63056" y="4882896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+ BM25 keyword search fused with Reciprocal Rank Fusion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787384" y="4480560"/>
            <a:ext cx="329184" cy="3291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87384" y="4480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208008" y="44622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787384" y="4882896"/>
            <a:ext cx="23957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BGE cross-encoder rerank, then GPT-4.1 mini answers from the top chunks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Problem Does It Solve?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an answer inside a growing pile of enterprise documents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007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before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066544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sits scattered across PDF, DOCX, TXT, MD and CSV files in different formats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every document manually to locate one fact does not scale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 chat model cannot answer about private documents it has never seen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70078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single-method search falls short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46520" y="2066544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matches exact words but misses meaning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captures meaning but can miss exact terms such as product codes or names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similarity ranking is not always ordered correctly for the actual question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584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vs  After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17520" y="359359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95160" y="3593592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97764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method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82112" y="3977640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match only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159752" y="3977640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+ BM25 fused with RRF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480560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10162A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448056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ordering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182112" y="4480560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similarity order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159752" y="4480560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Re-scored by a BGE cross-encoder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983480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498348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form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182112" y="4983480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documents to read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159752" y="4983480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written answer from the top 4 chunks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486400"/>
            <a:ext cx="10881360" cy="420624"/>
          </a:xfrm>
          <a:prstGeom prst="roundRect">
            <a:avLst>
              <a:gd name="adj" fmla="val 17391"/>
            </a:avLst>
          </a:prstGeom>
          <a:solidFill>
            <a:srgbClr val="10162A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548640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182112" y="5486400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evidence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159752" y="5486400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chunks shown with their file name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Usefulness in Industry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delivered by the implemented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810512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81051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document format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96112" y="2331720"/>
            <a:ext cx="2990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interface handles PDF, DOCX, TXT, MD and CSV, so teams do not need a separate tool per file type.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1810512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74920" y="181051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Answers, not search results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99432" y="2331720"/>
            <a:ext cx="2990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returns a written answer built from the retrieved context instead of a list of files to open.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02752" y="1810512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02752" y="1810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78240" y="181051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and auditable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02752" y="2331720"/>
            <a:ext cx="2990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instructed to answer only from the supplied context and to say it does not know otherwise.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4096512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409651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on screen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96112" y="4617720"/>
            <a:ext cx="2990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source chunks used for the answer are listed with their originating file name.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343400" y="384048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9432" y="4096512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9432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74920" y="409651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99432" y="4617720"/>
            <a:ext cx="2990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and the BGE reranker run locally on the user's own machine.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46720" y="384048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02752" y="4096512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02752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778240" y="4096512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running cost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02752" y="4617720"/>
            <a:ext cx="29900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cheapest OpenAI models are used; search and reranking add no API cost.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pipelines meet at the Chroma vector store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PIPELINE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1810512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41B3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810512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multi-file upload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2414016"/>
            <a:ext cx="0" cy="155448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" y="2615184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41B3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615184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SimpleDirectoryReader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3218688"/>
            <a:ext cx="0" cy="155448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85800" y="3419856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41B3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3419856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TXT / MD / CSV parsing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0" y="4023360"/>
            <a:ext cx="0" cy="155448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5800" y="4224528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41B3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4224528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— 800 chars, 100 overlap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0" y="4828032"/>
            <a:ext cx="0" cy="155448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" y="50292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41B3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" y="5029200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text-embedding-3-small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0" y="5632704"/>
            <a:ext cx="0" cy="155448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85800" y="5833872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41B33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" y="5833872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persistent collection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75320" y="14173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PIPELINE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275320" y="1810512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41B3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85048" y="1810512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 (Streamlit)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875520" y="2414016"/>
            <a:ext cx="0" cy="155448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275320" y="2615184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41B3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85048" y="2615184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+ BM25 keyword search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875520" y="3218688"/>
            <a:ext cx="0" cy="155448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275320" y="3419856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41B3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85048" y="3419856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875520" y="4023360"/>
            <a:ext cx="0" cy="155448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275320" y="4224528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41B3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85048" y="4224528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cross-encoder reranker (local)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875520" y="4828032"/>
            <a:ext cx="0" cy="155448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275320" y="5029200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41B3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85048" y="5029200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chunks as prompt context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875520" y="5632704"/>
            <a:ext cx="0" cy="155448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275320" y="5833872"/>
            <a:ext cx="3200400" cy="566928"/>
          </a:xfrm>
          <a:prstGeom prst="roundRect">
            <a:avLst>
              <a:gd name="adj" fmla="val 12903"/>
            </a:avLst>
          </a:prstGeom>
          <a:solidFill>
            <a:srgbClr val="141B33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85048" y="5833872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 mini → final answer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480560" y="228600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1016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80560" y="248716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Vector Store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617720" y="28163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persistent collection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"enterprise_documents"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text + embedding + source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931920" y="2971800"/>
            <a:ext cx="50292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726680" y="2971800"/>
            <a:ext cx="502920" cy="0"/>
          </a:xfrm>
          <a:prstGeom prst="line">
            <a:avLst/>
          </a:prstGeom>
          <a:noFill/>
          <a:ln w="19050">
            <a:solidFill>
              <a:srgbClr val="00D4FF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480560" y="3977640"/>
            <a:ext cx="3200400" cy="1298448"/>
          </a:xfrm>
          <a:prstGeom prst="roundRect">
            <a:avLst>
              <a:gd name="adj" fmla="val 5634"/>
            </a:avLst>
          </a:prstGeom>
          <a:solidFill>
            <a:srgbClr val="10162A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80560" y="41605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Keyword Index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617720" y="4480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BM25Okapi built in memory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same chunk list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343400" y="553212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orchestrated by the Streamlit dashboard in app.py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RAG — Step by Step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 stages actually implemented in the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73736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89888" y="1572768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89888" y="186537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files are written to the uploads folder; older files are cleared first.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459736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10162A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271576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89888" y="2551176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89888" y="28437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SimpleDirectoryReader converts each file into text plus file-name metadata.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438144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" y="3694176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89888" y="3529584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89888" y="38221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split into 800-character chunks with a 100-character overlap.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416552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10162A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" y="467258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89888" y="4507992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generation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89888" y="4800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is embedded with text-embedding-3-small.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394960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9536" y="565099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5650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89888" y="5486400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storage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89888" y="57790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id, text, source and embedding are added to a fresh Chroma collection.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09360" y="1481328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10162A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28816" y="1737360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28816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59168" y="1572768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indexing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59168" y="1865376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chunks are tokenised into a BM25Okapi index.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09360" y="2459736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28816" y="271576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28816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59168" y="2551176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retrieval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059168" y="284378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runs through vector search (top 10) and BM25 (top 10).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309360" y="3438144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10162A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28816" y="3694176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28816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059168" y="3529584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fusion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059168" y="38221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lists are merged with Reciprocal Rank Fusion into one ranked list.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309360" y="4416552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28816" y="467258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28816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059168" y="4507992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059168" y="48006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BGE cross-encoder scores question–chunk pairs and keeps the best 4.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309360" y="5394960"/>
            <a:ext cx="5349240" cy="896112"/>
          </a:xfrm>
          <a:prstGeom prst="roundRect">
            <a:avLst>
              <a:gd name="adj" fmla="val 8163"/>
            </a:avLst>
          </a:prstGeom>
          <a:solidFill>
            <a:srgbClr val="10162A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528816" y="5650992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28816" y="5650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7059168" y="5486400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generation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7059168" y="57790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chunks are labelled by source and sent to GPT-4.1 mini at temperature 0.2.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Utilised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components present in the implementation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810512"/>
            <a:ext cx="146304" cy="14630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144" y="1719072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52144" y="2139696"/>
            <a:ext cx="2752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536192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9432" y="1810512"/>
            <a:ext cx="146304" cy="14630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55464" y="1719072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Dashboard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55464" y="2139696"/>
            <a:ext cx="2752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536192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02752" y="1810512"/>
            <a:ext cx="146304" cy="14630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58784" y="1719072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58784" y="2139696"/>
            <a:ext cx="2752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SimpleDirectoryReader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pypdf, docx2txt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172968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3447288"/>
            <a:ext cx="146304" cy="14630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52144" y="3355848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52144" y="3776472"/>
            <a:ext cx="2752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text-embedding-3-small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43400" y="3172968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99432" y="3447288"/>
            <a:ext cx="146304" cy="14630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5464" y="3355848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55464" y="3776472"/>
            <a:ext cx="2752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PersistentClient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enterprise_documents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46720" y="3172968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02752" y="3447288"/>
            <a:ext cx="146304" cy="14630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58784" y="3355848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retrieval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58784" y="3776472"/>
            <a:ext cx="2752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rank-bm25 (BM25Okapi)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809744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6112" y="5084064"/>
            <a:ext cx="146304" cy="14630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52144" y="4992624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52144" y="5413248"/>
            <a:ext cx="2752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 CrossEncoder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BAAI/bge-reranker-base (local)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343400" y="4809744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99432" y="5084064"/>
            <a:ext cx="146304" cy="14630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55464" y="4992624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55464" y="5413248"/>
            <a:ext cx="2752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gpt-4.1-mini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046720" y="4809744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02752" y="5084064"/>
            <a:ext cx="146304" cy="146304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58784" y="4992624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558784" y="5413248"/>
            <a:ext cx="27523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config.py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Configuration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tuned parameters that shape retrieval quality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2093976" cy="1874520"/>
          </a:xfrm>
          <a:prstGeom prst="roundRect">
            <a:avLst>
              <a:gd name="adj" fmla="val 3902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37360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487168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880360" y="1572768"/>
            <a:ext cx="2093976" cy="1874520"/>
          </a:xfrm>
          <a:prstGeom prst="roundRect">
            <a:avLst>
              <a:gd name="adj" fmla="val 3902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1737360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2880360" y="2487168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17520" y="283464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overlap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20640" y="1572768"/>
            <a:ext cx="2093976" cy="1874520"/>
          </a:xfrm>
          <a:prstGeom prst="roundRect">
            <a:avLst>
              <a:gd name="adj" fmla="val 3902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1737360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5120640" y="2487168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57800" y="283464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top-k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60920" y="1572768"/>
            <a:ext cx="2093976" cy="1874520"/>
          </a:xfrm>
          <a:prstGeom prst="roundRect">
            <a:avLst>
              <a:gd name="adj" fmla="val 3902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1737360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7360920" y="2487168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0" y="283464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search top-k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01200" y="1572768"/>
            <a:ext cx="2093976" cy="1874520"/>
          </a:xfrm>
          <a:prstGeom prst="roundRect">
            <a:avLst>
              <a:gd name="adj" fmla="val 3902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0" y="1737360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9601200" y="2487168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738360" y="2834640"/>
            <a:ext cx="1819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after reranking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703320"/>
            <a:ext cx="5532120" cy="2377440"/>
          </a:xfrm>
          <a:prstGeom prst="roundRect">
            <a:avLst>
              <a:gd name="adj" fmla="val 3077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91363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controls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14400" y="429768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restricts the model to the supplied context only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told to state that it does not know when the context has no answer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set to 0.2 for consistent, low-variance answers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context block is labelled with the file it came from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355080" y="3703320"/>
            <a:ext cx="5166360" cy="2377440"/>
          </a:xfrm>
          <a:prstGeom prst="roundRect">
            <a:avLst>
              <a:gd name="adj" fmla="val 3077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913632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privacy controls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6629400" y="42976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cheapest OpenAI models are called — embeddings and gpt-4.1-mini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 runs locally as a persistent client, with no hosted database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BGE reranker runs on the local machine, so reranking costs nothing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entered per session in the sidebar, never saved to disk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5852160" cy="5852160"/>
          </a:xfrm>
          <a:prstGeom prst="ellipse">
            <a:avLst/>
          </a:prstGeom>
          <a:solidFill>
            <a:srgbClr val="00D4FF">
              <a:alpha val="9000"/>
            </a:srgbClr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84048"/>
            <a:ext cx="10881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96926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7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end-to-end assistant, delivered and running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179222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08176" y="173736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application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08176" y="210312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dashboard that processes uploaded documents and answers questions on them.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47104" y="1792224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4710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77456" y="173736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RAG pipeline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77456" y="2103120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chunking, embedding, storage, hybrid retrieval, reranking and generation are all implemented.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118104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" y="335584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08176" y="330098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codebase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08176" y="3666744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architecture stage lives in its own module, with all settings centralised in config.py.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9360" y="3118104"/>
            <a:ext cx="5349240" cy="1325880"/>
          </a:xfrm>
          <a:prstGeom prst="roundRect">
            <a:avLst>
              <a:gd name="adj" fmla="val 5517"/>
            </a:avLst>
          </a:prstGeom>
          <a:solidFill>
            <a:srgbClr val="141B33"/>
          </a:solidFill>
          <a:ln w="12700">
            <a:solidFill>
              <a:srgbClr val="232B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47104" y="3355848"/>
            <a:ext cx="384048" cy="38404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47104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77456" y="3300984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transparency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077456" y="3666744"/>
            <a:ext cx="4343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chunks behind every answer are shown in the sidebar with their file names.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61772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0162A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791456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obtained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60120" y="513892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grounded in the user's own files rather than model memory · Retrieval quality is raised by combining semantic and keyword search before a cross-encoder makes the final selection · Search, storage and reranking run locally at no API cost · Any supported document format is handled through a single upload interface.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1218</Words>
  <Application>Microsoft Office PowerPoint</Application>
  <PresentationFormat>Widescreen</PresentationFormat>
  <Paragraphs>218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Knowledge Assistant (Phase 1)</dc:title>
  <dc:subject>PptxGenJS Presentation</dc:subject>
  <dc:creator>Capstone</dc:creator>
  <cp:lastModifiedBy>Kruti Patel</cp:lastModifiedBy>
  <cp:revision>4</cp:revision>
  <dcterms:created xsi:type="dcterms:W3CDTF">2026-08-02T17:45:16Z</dcterms:created>
  <dcterms:modified xsi:type="dcterms:W3CDTF">2026-09-02T15:11:58Z</dcterms:modified>
</cp:coreProperties>
</file>